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8" r:id="rId7"/>
    <p:sldId id="267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132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1:35: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AC4A3-4953-644A-AD97-15D559E8DB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88C775-A1C5-1F4C-B105-5AA1C98778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3"/>
          <p:cNvSpPr/>
          <p:nvPr/>
        </p:nvSpPr>
        <p:spPr>
          <a:xfrm>
            <a:off x="1623442" y="172682"/>
            <a:ext cx="885698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ПРАВИТЕЛЬСТВО САНКТ-ПЕТЕРБУРГА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КОМИТЕТ ПО НАУКЕ И ВЫСШЕЙ ШКОЛЕ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Санкт-Петербургское государственное бюджетное профессиональное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«Санкт-Петербургский технический колледж управления и коммерции»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321859"/>
              </p:ext>
            </p:extLst>
          </p:nvPr>
        </p:nvGraphicFramePr>
        <p:xfrm>
          <a:off x="8635261" y="4473728"/>
          <a:ext cx="3036040" cy="1435712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303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528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Руководитель: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преподаватель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СПб ГБПОУ «СПб </a:t>
                      </a:r>
                      <a:r>
                        <a:rPr lang="ru-RU" sz="16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ТКУиК</a:t>
                      </a: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»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Ильюшина Алена Николаевна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200" b="1" dirty="0">
                        <a:effectLst/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2295837" y="2057811"/>
            <a:ext cx="7967577" cy="213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320" algn="l"/>
                <a:tab pos="1744345" algn="l"/>
                <a:tab pos="2327275" algn="l"/>
                <a:tab pos="2908300" algn="l"/>
                <a:tab pos="3489325" algn="l"/>
                <a:tab pos="4071620" algn="l"/>
                <a:tab pos="4652645" algn="l"/>
                <a:tab pos="5235575" algn="l"/>
                <a:tab pos="5816600" algn="l"/>
                <a:tab pos="6397625" algn="l"/>
                <a:tab pos="6979920" algn="l"/>
                <a:tab pos="7560945" algn="l"/>
                <a:tab pos="8143875" algn="l"/>
                <a:tab pos="8724900" algn="l"/>
                <a:tab pos="9305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Демонстрационный экзамен</a:t>
            </a:r>
            <a:endParaRPr lang="ru-RU" alt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alt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09.02.08 «Интеллектуальные интегрированные системы»</a:t>
            </a:r>
          </a:p>
          <a:p>
            <a:pPr algn="ctr"/>
            <a:r>
              <a:rPr lang="ru-RU" alt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…………………………………………………………………………………………</a:t>
            </a:r>
            <a:endParaRPr lang="ru-RU" alt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/>
            <a:r>
              <a:rPr lang="ru-RU" altLang="ru-RU" sz="12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Код и Наименование специальности</a:t>
            </a:r>
          </a:p>
          <a:p>
            <a:pPr algn="ctr" eaLnBrk="0" hangingPunct="0"/>
            <a:endParaRPr lang="ru-RU" alt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ru-RU" altLang="en-US" b="1" cap="all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Отчет о выполнении</a:t>
            </a:r>
          </a:p>
          <a:p>
            <a:pPr algn="ctr">
              <a:lnSpc>
                <a:spcPct val="100000"/>
              </a:lnSpc>
              <a:buClrTx/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………………………………………………………………………………………</a:t>
            </a:r>
            <a:endParaRPr lang="ru-RU" alt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/>
            <a:r>
              <a:rPr lang="ru-RU" altLang="ru-RU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дипломного проекта</a:t>
            </a:r>
            <a:endParaRPr lang="ru-RU" altLang="ru-RU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00199" y="6068929"/>
            <a:ext cx="1903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 2025</a:t>
            </a:r>
          </a:p>
        </p:txBody>
      </p:sp>
      <p:pic>
        <p:nvPicPr>
          <p:cNvPr id="14" name="Picture 2" descr="https://sun9-20.userapi.com/c604728/v604728180/40f3d/9YIVKk3BRw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0" t="30227" r="23434" b="30375"/>
          <a:stretch>
            <a:fillRect/>
          </a:stretch>
        </p:blipFill>
        <p:spPr bwMode="auto">
          <a:xfrm>
            <a:off x="0" y="0"/>
            <a:ext cx="2090969" cy="154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411262"/>
              </p:ext>
            </p:extLst>
          </p:nvPr>
        </p:nvGraphicFramePr>
        <p:xfrm>
          <a:off x="573609" y="4538813"/>
          <a:ext cx="3676025" cy="162452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367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1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Выполнил: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Студент группы 9ИС-31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Скребцов Иван Александрович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200" b="1" dirty="0">
                        <a:effectLst/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7379" y="783984"/>
            <a:ext cx="3317241" cy="701675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Внешний вид интерфейса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" y="139045"/>
            <a:ext cx="6389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Симулятор дорожной среды – Модуль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Рукописный ввод 9"/>
              <p14:cNvContentPartPr/>
              <p14:nvPr/>
            </p14:nvContentPartPr>
            <p14:xfrm>
              <a:off x="2596968" y="374688"/>
              <a:ext cx="360" cy="360"/>
            </p14:xfrm>
          </p:contentPart>
        </mc:Choice>
        <mc:Fallback xmlns="">
          <p:pic>
            <p:nvPicPr>
              <p:cNvPr id="10" name="Рукописный ввод 9"/>
            </p:nvPicPr>
            <p:blipFill>
              <a:blip r:embed="rId3"/>
            </p:blipFill>
            <p:spPr>
              <a:xfrm>
                <a:off x="2596968" y="374688"/>
                <a:ext cx="360" cy="360"/>
              </a:xfrm>
              <a:prstGeom prst="rect"/>
            </p:spPr>
          </p:pic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124BFC-50B0-5EA1-40D9-773D90ACE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028" y="1485659"/>
            <a:ext cx="7169941" cy="49449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0342" y="341894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Элементы управления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D1B4BD-A0E8-ACC3-FB8B-5C604751A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16" y="1158430"/>
            <a:ext cx="5006556" cy="474907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359C3FF-CA42-B8CA-751E-FB35A1C85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074" y="1185891"/>
            <a:ext cx="5006556" cy="2981900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списке размещения можно выбрать объект для размещения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Списке режимов светофора можно выбрать текущий режим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кнопки случайного появления авто можно либо запустить либо остановить симуляцию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706374" y="27144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свойств объектов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349AC-3349-ED5C-78CD-3C4B206B7368}"/>
              </a:ext>
            </a:extLst>
          </p:cNvPr>
          <p:cNvSpPr txBox="1">
            <a:spLocks/>
          </p:cNvSpPr>
          <p:nvPr/>
        </p:nvSpPr>
        <p:spPr>
          <a:xfrm>
            <a:off x="706373" y="940394"/>
            <a:ext cx="6094475" cy="312434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каждого объекта есть уникальные свойства, которые пользователь может изменять. Помимо уникальных свойств на панели отображается тип объекта и кнопка «Удалить»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8D66FE-1E8D-67A6-7A7D-86305CAD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731" y="2129875"/>
            <a:ext cx="3801245" cy="3869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6334" y="208526"/>
            <a:ext cx="6387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 и загрузка сцены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0D4AA6-2663-04C8-1F52-8845916A8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288" y="2656237"/>
            <a:ext cx="4016951" cy="239159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1F0A420-BDEE-3813-AF11-D5BF1F3C6661}"/>
              </a:ext>
            </a:extLst>
          </p:cNvPr>
          <p:cNvSpPr txBox="1">
            <a:spLocks/>
          </p:cNvSpPr>
          <p:nvPr/>
        </p:nvSpPr>
        <p:spPr>
          <a:xfrm>
            <a:off x="386334" y="1094063"/>
            <a:ext cx="7121371" cy="312434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меню файл пользователь может сохранить или загрузить уже заранее построенную сцену.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92176" y="162806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работы по времени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A4E489-3B1A-3A4B-5AF1-FF477089D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663" y="1780609"/>
            <a:ext cx="4079163" cy="40954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599660-FE66-FB67-47DB-47F6105D4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76" y="1780609"/>
            <a:ext cx="4079163" cy="411153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53A536-6001-8CD3-2E21-BA7A764205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176" y="917416"/>
            <a:ext cx="1984080" cy="631802"/>
          </a:xfrm>
          <a:prstGeom prst="rect">
            <a:avLst/>
          </a:prstGeom>
        </p:spPr>
      </p:pic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7AF3E852-C50F-CF8E-0D6A-B6E3E9F68AD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4371339" y="3828349"/>
            <a:ext cx="3449324" cy="8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E8A6A6-2D8D-9F4C-8ACA-F8A9ED25A228}"/>
              </a:ext>
            </a:extLst>
          </p:cNvPr>
          <p:cNvSpPr txBox="1"/>
          <p:nvPr/>
        </p:nvSpPr>
        <p:spPr>
          <a:xfrm>
            <a:off x="5736946" y="3459017"/>
            <a:ext cx="129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сек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29184" y="208526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работы по транспорту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53093F-5664-C2AC-072D-E59D24F2A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99" y="2298031"/>
            <a:ext cx="4080227" cy="27965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20DE154-E15C-DF93-50B1-B7C667C08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065" y="2298030"/>
            <a:ext cx="3924208" cy="27965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976F133-E32C-9586-36B2-4C904F7E0E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9184" y="1011062"/>
            <a:ext cx="1840917" cy="670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1620" y="171950"/>
            <a:ext cx="58543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Случайное появление автомобилей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C8AC65-29DD-3025-C926-B1BABD6BE8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35503" y="958174"/>
            <a:ext cx="4941651" cy="49416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6DDCD2-5D00-EC6A-B161-79BD640FD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20" y="1317357"/>
            <a:ext cx="2543430" cy="523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7823" y="171950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DBFE2E-C5B8-3587-3EF0-318C9950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78431" y="1939522"/>
            <a:ext cx="6235138" cy="38356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169</Words>
  <Application>Microsoft Office PowerPoint</Application>
  <PresentationFormat>Широкоэкранный</PresentationFormat>
  <Paragraphs>34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Презентация PowerPoint</vt:lpstr>
      <vt:lpstr>Внешний вид интерфейса</vt:lpstr>
      <vt:lpstr>В списке размещения можно выбрать объект для размещения  В Списке режимов светофора можно выбрать текущий режим  С помощью кнопки случайного появления авто можно либо запустить либо остановить симуляцию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idk tbh</dc:creator>
  <cp:lastModifiedBy>Stud</cp:lastModifiedBy>
  <cp:revision>15</cp:revision>
  <dcterms:created xsi:type="dcterms:W3CDTF">2025-11-24T14:30:00Z</dcterms:created>
  <dcterms:modified xsi:type="dcterms:W3CDTF">2026-05-12T09:03:26Z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E3F63567A442431EAEAB599544A2E884_13</vt:lpwstr>
  </property>
  <property fmtid="{D5CDD505-2E9C-101B-9397-08002B2CF9AE}" pid="3" name="KSOProductBuildVer">
    <vt:lpwstr>1049-12.2.0.23155</vt:lpwstr>
  </property>
</Properties>
</file>